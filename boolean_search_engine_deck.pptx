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ay Turki" userId="fb0f979a1f45c4b9" providerId="LiveId" clId="{8D7F7B21-CDB5-46B0-AADC-C5ED95D5552E}"/>
    <pc:docChg chg="modSld sldOrd">
      <pc:chgData name="stray Turki" userId="fb0f979a1f45c4b9" providerId="LiveId" clId="{8D7F7B21-CDB5-46B0-AADC-C5ED95D5552E}" dt="2026-06-13T17:09:24.330" v="1"/>
      <pc:docMkLst>
        <pc:docMk/>
      </pc:docMkLst>
      <pc:sldChg chg="ord">
        <pc:chgData name="stray Turki" userId="fb0f979a1f45c4b9" providerId="LiveId" clId="{8D7F7B21-CDB5-46B0-AADC-C5ED95D5552E}" dt="2026-06-13T17:09:24.330" v="1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2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Search Engine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CSC484  |  Project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3337560"/>
            <a:ext cx="2194560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 AlMuayli  —  443102104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(a): Inverted Index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each article from news.json (JSONL format)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Combine headline + short_description as document text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Tokenize: lowercase → re.findall(r'[a-z]+') → alpha tokens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Deduplicate tokens per document using a 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Map each token → set of document IDs in the index dict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411480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86,248 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terms  | 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209,527 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indexed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Index Output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02336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"ronaldo"</a:t>
            </a: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{11473, 11740, ...}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"anime"</a:t>
            </a: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{7536, 46039, ...}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"trump"</a:t>
            </a: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{9, 21, 27, ...}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"comics"</a:t>
            </a: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{15221, 31457, ...}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"cup"</a:t>
            </a: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{10, 732, 1109, ...}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4617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headline + short_description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(b): Boolean Search  (OR / AND)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Operator  (space)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"Cristiano Ronaldo"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cristiano OR ronaldo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set union to combine results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1430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Operator  (&amp;)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66420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"DC&amp;Comics"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dc AND comics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set intersection to narrow results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Priority: AND before 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56432"/>
            <a:ext cx="8503920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"President Donald&amp;Trump"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President  OR  (Donald AND Trump)
</a:t>
            </a: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"Fifa World&amp;Cup"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Fifa  OR  (World AND Cup)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 split by space (OR groups)  →  split by &amp; (AND terms)  →  lowercase  →  lookup in index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of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"Cristiano Ronaldo"  </a:t>
            </a: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cristiano  OR  ronaldo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4048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24.08  µs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[11473]  The Legendary Cristiano Ronaldo Scores A Legendary 'Bicycle Kick' Goal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877056"/>
            <a:ext cx="85039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[11740]  Infamous Cristiano Ronaldo Sculptor Gets Another Try At The Soccer Sta...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[31211]  Cristiano Ronaldo Reportedly Scores Another Baby-On-The-Way After Twin...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terms searched independently — any doc mentioning Cristiano or Ronaldo is returned.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of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"Anime"  </a:t>
            </a: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4048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6.44  µs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[7536]   Lady Gaga Galvanizes Fans In Cyber-Max Enigma Concert In Vegas Residen...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877056"/>
            <a:ext cx="85039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[46039]  Amazon Launches Its Own Anime Streaming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[46231]  The Non-Whitewashed Original 'Ghost In The Shell' Anime Film Is Coming...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Single-term query — only docs containing "anime" in headline or short_description are returned.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of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"President Donald&amp;Trump"  </a:t>
            </a: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  OR  (donald AND trump)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11,406</a:t>
            </a:r>
            <a:endParaRPr lang="en-US" sz="3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4048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3563.40  µs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  Biden At UN To Call Russian War An Affront To Body's Charter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877056"/>
            <a:ext cx="85039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[21]  Biden Says U.S. Forces Would Defend Taiwan If China Invaded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[27]  World Leaders Pay Respects To Queen Elizabeth II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broadens the set significantly — "president" alone matches thousands of political articles.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 of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"DC&amp;Comics"  </a:t>
            </a: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 AND  comics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4048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47.45  µs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[15221]  Lois Lane Finally Gets Her Own TV Series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877056"/>
            <a:ext cx="85039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[31457]  Marvel Studios President 'Thanks God' For 'Wonder Woman'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[56850]  Fox Lands Black Superhero Drama From Salim And Mara Brock Akil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intersection narrows results — only docs containing both "dc" AND "comics" are returned.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 of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"Fifa World&amp;Cup"  </a:t>
            </a: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 OR  (world AND cup)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</a:t>
            </a:r>
            <a:endParaRPr lang="en-US" sz="3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40480" y="162763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627632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408.65  µs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   World Cup Captains Want To Wear Rainbow Armbands In Qatar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877056"/>
            <a:ext cx="85039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[732]   Diego Maradona's 'Hand Of God' Jersey Sells For Record Sum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[1109]  Poland And Sweden Refuse To Play Russia In World Cup Playoffs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query — "fifa" (OR) broadens; "world&amp;cup" (AND) targets World Cup content.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Results — Summary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 Expansion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(µs)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Cristiano Ronaldo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Cristiano OR Ronaldo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President Donald&amp;Trump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President OR (Donald AND Trump)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3563.40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DC&amp;Comics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AND Comics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Fifa World&amp;Cup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Fifa OR (World AND Cup)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408.65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search times measured via Python time.time() in microseconds (µs)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831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for Building, Lists for Returning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" y="1499616"/>
            <a:ext cx="38313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set() used during index construction for O(1) duplicate handling. sorted() on output ensures a consistent, reproducible ordering.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1170432"/>
            <a:ext cx="3831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Tokenization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8032" y="1499616"/>
            <a:ext cx="38313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re.findall(r'[a-z]+', doc.lower()) extracts only lowercase alpha tokens — punctuation, numbers, and symbols are stripped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523744"/>
            <a:ext cx="3831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Indexed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852928"/>
            <a:ext cx="38313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+ ' ' + short_description are concatenated before tokenizing. Category, authors, link, and date are deliberately excluded.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45059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2523744"/>
            <a:ext cx="3831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as AND Sentinel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852928"/>
            <a:ext cx="38313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group_result = None before the first term. Detects the first token without an empty-set init that would always yield zero results.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03904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3877056"/>
            <a:ext cx="3831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Parsing Preserves '&amp;'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4206240"/>
            <a:ext cx="38313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order: split by space (OR) → split by '&amp;' (AND) → lowercase. Splitting happens before case conversion, so '&amp;' is never affected by lower().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Boolean Search Engine</dc:title>
  <dc:subject>Presentation</dc:subject>
  <dc:creator>Turki AlMuayli</dc:creator>
  <cp:lastModifiedBy>stray Turki</cp:lastModifiedBy>
  <cp:revision>1</cp:revision>
  <dcterms:created xsi:type="dcterms:W3CDTF">2026-06-13T16:52:06Z</dcterms:created>
  <dcterms:modified xsi:type="dcterms:W3CDTF">2026-06-13T17:09:35Z</dcterms:modified>
</cp:coreProperties>
</file>